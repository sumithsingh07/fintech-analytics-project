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Fintech Analytics Project</a:t>
            </a:r>
          </a:p>
          <a:p>
            <a:r>
              <a:t>Mutual Fund Industry Analysis (2022–2026)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Data ingestion and ETL</a:t>
            </a:r>
          </a:p>
          <a:p>
            <a:pPr marL="0" indent="0">
              <a:buNone/>
            </a:pPr>
            <a:r>
              <a:t>• Data cleaning and validation</a:t>
            </a:r>
          </a:p>
          <a:p>
            <a:pPr marL="0" indent="0">
              <a:buNone/>
            </a:pPr>
            <a:r>
              <a:t>• Performance analytics</a:t>
            </a:r>
          </a:p>
          <a:p>
            <a:pPr marL="0" indent="0">
              <a:buNone/>
            </a:pPr>
            <a:r>
              <a:t>• Dashboard development</a:t>
            </a:r>
          </a:p>
          <a:p>
            <a:pPr marL="0" indent="0">
              <a:buNone/>
            </a:pPr>
            <a:r>
              <a:t>• Advanced risk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datasets covering NAV, AUM, SIP inflows, investor transactions, portfolio holdings, and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&amp;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SQLite star schema with dimensions and fact tables.</a:t>
            </a:r>
          </a:p>
          <a:p>
            <a:r>
              <a:t>Automated ingestion and cleaning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growth, SIP trends, investor demographics, category inflows, sector allocation, and correlations.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CAGR, Sharpe Ratio, Sortino Ratio, Alpha, Beta, Drawdown, Tracking Error, Fund Scorecard.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4-page Power BI dashboard:</a:t>
            </a:r>
          </a:p>
          <a:p>
            <a:r>
              <a:t>Industry Overview</a:t>
            </a:r>
          </a:p>
          <a:p>
            <a:r>
              <a:t>Fund Performance</a:t>
            </a:r>
          </a:p>
          <a:p>
            <a:r>
              <a:t>Investor Analytics</a:t>
            </a:r>
          </a:p>
          <a:p>
            <a:r>
              <a:t>SIP &amp; Market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mutual fund analytics solution with reporting, visualization, and risk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WPS Presentation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Mutual Fund Analytics Platform</vt:lpstr>
      <vt:lpstr>Project Objectives</vt:lpstr>
      <vt:lpstr>Dataset Overview</vt:lpstr>
      <vt:lpstr>ETL &amp; Database Design</vt:lpstr>
      <vt:lpstr>EDA Findings</vt:lpstr>
      <vt:lpstr>Performance Analytics</vt:lpstr>
      <vt:lpstr>Dashboard Overview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Sumith singh</cp:lastModifiedBy>
  <cp:revision>2</cp:revision>
  <dcterms:created xsi:type="dcterms:W3CDTF">2013-01-27T09:14:00Z</dcterms:created>
  <dcterms:modified xsi:type="dcterms:W3CDTF">2026-06-13T11:31:35Z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690EC54BE65E453DA846E153DF249F0E_12</vt:lpwstr>
  </property>
  <property fmtid="{D5CDD505-2E9C-101B-9397-08002B2CF9AE}" pid="3" name="KSOProductBuildVer">
    <vt:lpwstr>1033-12.1.0.26880</vt:lpwstr>
  </property>
</Properties>
</file>